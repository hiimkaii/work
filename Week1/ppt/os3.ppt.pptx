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39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A922-B35B-42B9-AEC8-C57B984624CD}" type="datetimeFigureOut">
              <a:rPr lang="en-US" smtClean="0"/>
              <a:t>3/29/2010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76A48-99C3-4FF4-BE2F-732683B08E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A922-B35B-42B9-AEC8-C57B984624CD}" type="datetimeFigureOut">
              <a:rPr lang="en-US" smtClean="0"/>
              <a:t>3/29/2010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76A48-99C3-4FF4-BE2F-732683B08E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A922-B35B-42B9-AEC8-C57B984624CD}" type="datetimeFigureOut">
              <a:rPr lang="en-US" smtClean="0"/>
              <a:t>3/29/2010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76A48-99C3-4FF4-BE2F-732683B08E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A922-B35B-42B9-AEC8-C57B984624CD}" type="datetimeFigureOut">
              <a:rPr lang="en-US" smtClean="0"/>
              <a:t>3/29/2010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76A48-99C3-4FF4-BE2F-732683B08E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A922-B35B-42B9-AEC8-C57B984624CD}" type="datetimeFigureOut">
              <a:rPr lang="en-US" smtClean="0"/>
              <a:t>3/29/2010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76A48-99C3-4FF4-BE2F-732683B08E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A922-B35B-42B9-AEC8-C57B984624CD}" type="datetimeFigureOut">
              <a:rPr lang="en-US" smtClean="0"/>
              <a:t>3/29/2010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76A48-99C3-4FF4-BE2F-732683B08E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A922-B35B-42B9-AEC8-C57B984624CD}" type="datetimeFigureOut">
              <a:rPr lang="en-US" smtClean="0"/>
              <a:t>3/29/2010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76A48-99C3-4FF4-BE2F-732683B08E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A922-B35B-42B9-AEC8-C57B984624CD}" type="datetimeFigureOut">
              <a:rPr lang="en-US" smtClean="0"/>
              <a:t>3/29/2010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76A48-99C3-4FF4-BE2F-732683B08E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A922-B35B-42B9-AEC8-C57B984624CD}" type="datetimeFigureOut">
              <a:rPr lang="en-US" smtClean="0"/>
              <a:t>3/29/2010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76A48-99C3-4FF4-BE2F-732683B08E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A922-B35B-42B9-AEC8-C57B984624CD}" type="datetimeFigureOut">
              <a:rPr lang="en-US" smtClean="0"/>
              <a:t>3/29/2010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76A48-99C3-4FF4-BE2F-732683B08E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A922-B35B-42B9-AEC8-C57B984624CD}" type="datetimeFigureOut">
              <a:rPr lang="en-US" smtClean="0"/>
              <a:t>3/29/2010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76A48-99C3-4FF4-BE2F-732683B08E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EA922-B35B-42B9-AEC8-C57B984624CD}" type="datetimeFigureOut">
              <a:rPr lang="en-US" smtClean="0"/>
              <a:t>3/29/2010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76A48-99C3-4FF4-BE2F-732683B08ED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Practical OS</a:t>
            </a:r>
            <a:b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Bài 3: Synchronization API</a:t>
            </a:r>
            <a:endParaRPr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Nguyễn Tuấn Đức</a:t>
            </a:r>
          </a:p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(duc @ nuko)</a:t>
            </a:r>
            <a:endParaRPr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Nhắc lại</a:t>
            </a:r>
            <a:endParaRPr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Process = Logical Addr Space and (Threads)+</a:t>
            </a:r>
          </a:p>
          <a:p>
            <a:pPr lvl="1"/>
            <a:r>
              <a:rPr lang="en-US" smtClean="0"/>
              <a:t>Threads of a process can access shared memory</a:t>
            </a:r>
          </a:p>
          <a:p>
            <a:pPr lvl="1"/>
            <a:r>
              <a:rPr lang="en-US" smtClean="0"/>
              <a:t>Task stack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</Words>
  <Application>Microsoft Office PowerPoint</Application>
  <PresentationFormat>On-screen Show 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Practical OS Bài 3: Synchronization API</vt:lpstr>
      <vt:lpstr>Nhắc lại</vt:lpstr>
    </vt:vector>
  </TitlesOfParts>
  <Company>nuko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OS Bài 3: Synchronization API</dc:title>
  <dc:creator>Duc</dc:creator>
  <cp:lastModifiedBy>Duc</cp:lastModifiedBy>
  <cp:revision>1</cp:revision>
  <dcterms:created xsi:type="dcterms:W3CDTF">2010-03-28T19:14:56Z</dcterms:created>
  <dcterms:modified xsi:type="dcterms:W3CDTF">2010-03-28T19:20:03Z</dcterms:modified>
</cp:coreProperties>
</file>