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39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DD22F-D308-40D5-8D4A-E20AE1526766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7AE50-A530-4CFE-98A9-6CB8CE8C30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17AE50-A530-4CFE-98A9-6CB8CE8C30A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1A6E8-1D7C-4273-9B10-E6E6976138D4}" type="datetimeFigureOut">
              <a:rPr lang="en-US" smtClean="0"/>
              <a:pPr/>
              <a:t>4/7/2010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3D4AF-6E5D-4F4F-8145-C67B5F634B3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Practical OS (Bài 4)</a:t>
            </a:r>
            <a:b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Deadlock, Advanced Locks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Nguyễn Tuấn Đức</a:t>
            </a:r>
          </a:p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(duc @ nuko)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Nhắc lại về synchronization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Thuốc chữa 2 loại bệnh (race condition):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Thiếu atomic (thiếu iot? :-) 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Thứ tự thực hiện sai</a:t>
            </a:r>
          </a:p>
          <a:p>
            <a:endParaRPr lang="en-US" sz="200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API: lock và unlock: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Lock(); Critical Section; Unlock();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Windows: CreateMutex, WaitForSingleObject, ReleaseMutex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Linux: pthread_mutex_create, pthread_mutex_lock, …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Java: synchronized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Ruby, Python, …: tự tìm hiểu</a:t>
            </a:r>
          </a:p>
          <a:p>
            <a:pPr lvl="1"/>
            <a:endParaRPr lang="en-US" sz="20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Ví dụ nổi tiếng về thiếu atomic</a:t>
            </a:r>
            <a:endParaRPr lang="en-US" sz="36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Ngân hàng:</a:t>
            </a:r>
          </a:p>
          <a:p>
            <a:pPr lvl="1"/>
            <a:r>
              <a:rPr lang="en-US" sz="1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User A : chuyển khoản $1000 vào tài khoản của B</a:t>
            </a:r>
          </a:p>
          <a:p>
            <a:pPr lvl="1"/>
            <a:r>
              <a:rPr lang="en-US" sz="1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User B : chuyển khoản $2000 vào tài khoản của A</a:t>
            </a:r>
          </a:p>
          <a:p>
            <a:pPr lvl="1"/>
            <a:r>
              <a:rPr lang="en-US" sz="1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Đoạn mã sai (giả sử a -= x … đều được thực hiện atomic) :  </a:t>
            </a:r>
          </a:p>
          <a:p>
            <a:pPr lvl="2"/>
            <a:r>
              <a:rPr lang="en-US" sz="12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Thread for UserA: { a -= 1000; b += 1000; }</a:t>
            </a:r>
          </a:p>
          <a:p>
            <a:pPr lvl="2"/>
            <a:r>
              <a:rPr lang="en-US" sz="12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Thread for UserB: { b -= 2000; a += 2000; }</a:t>
            </a:r>
          </a:p>
          <a:p>
            <a:pPr lvl="1"/>
            <a:r>
              <a:rPr lang="en-US" sz="1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Lỗi ở DB (MySQL) :</a:t>
            </a:r>
          </a:p>
          <a:p>
            <a:pPr lvl="2"/>
            <a:r>
              <a:rPr lang="en-US" sz="12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A: update a; update b;</a:t>
            </a:r>
          </a:p>
          <a:p>
            <a:pPr lvl="2"/>
            <a:r>
              <a:rPr lang="en-US" sz="12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B: update b; update a;</a:t>
            </a:r>
          </a:p>
          <a:p>
            <a:pPr lvl="1"/>
            <a:r>
              <a:rPr lang="en-US" sz="1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WTC 11/9 : inconsistent data by Bin Laden? 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Cách giải quyết?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Với thread: lock(a); lock(b); a -= 1000; b += 1000; unlock(a, b)</a:t>
            </a:r>
          </a:p>
          <a:p>
            <a:pPr lvl="2"/>
            <a:r>
              <a:rPr lang="en-US" sz="1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Nguy cơ deadlock!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Với DB: Transaction</a:t>
            </a:r>
          </a:p>
          <a:p>
            <a:pPr lvl="2"/>
            <a:r>
              <a:rPr lang="en-US" sz="1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BEGIN update a; update b; COMMIT;</a:t>
            </a:r>
          </a:p>
          <a:p>
            <a:pPr lvl="1"/>
            <a:endParaRPr lang="en-US" sz="20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Deadlock</a:t>
            </a:r>
            <a:endParaRPr lang="en-US" sz="36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Trạng thái trong đó các processes (threads) đợi nhau một cách quay vòng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 đợi B; B đợi C; C đợi A.</a:t>
            </a:r>
          </a:p>
          <a:p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Hay xảy ra khi dùng nhiều lock: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A: lock( lk1 ); lock( lk2 ); do(); unlock(lk2); unlock( lk1 );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B: lock( lk2 ); lock( lk1 ); do(); unlock( lk1); unlock( lk2 );</a:t>
            </a:r>
          </a:p>
          <a:p>
            <a:endParaRPr lang="en-US" sz="240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Cách tránh 1: chỉ dùng 1 lock duy nhất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Ví dụ: lock( all_account_lock ); a -= 1000; b += 1000; unlock();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Toàn bộ hệ thống sẽ bị serialized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Cách tránh 2: đảm bảo đúng thứ tự các lock (lk1 luôn đi trước lk2)</a:t>
            </a:r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Ví dụ nổi tiếng về Deadlock</a:t>
            </a:r>
            <a:endParaRPr lang="en-US" sz="36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Dining philosophers (E. Dijskstra, 1965)</a:t>
            </a:r>
          </a:p>
          <a:p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2133600"/>
            <a:ext cx="3810000" cy="3951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Dining philosophers</a:t>
            </a:r>
            <a:endParaRPr lang="en-US" sz="36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29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ja-JP" sz="2400" smtClean="0"/>
              <a:t>DiningPhilosopher() {</a:t>
            </a:r>
            <a:br>
              <a:rPr lang="en-US" altLang="ja-JP" sz="2400" smtClean="0"/>
            </a:br>
            <a:r>
              <a:rPr lang="en-US" altLang="ja-JP" sz="2400" smtClean="0"/>
              <a:t>  while (1) {</a:t>
            </a:r>
            <a:br>
              <a:rPr lang="en-US" altLang="ja-JP" sz="2400" smtClean="0"/>
            </a:br>
            <a:r>
              <a:rPr lang="en-US" altLang="ja-JP" sz="2400" smtClean="0"/>
              <a:t>     think();</a:t>
            </a:r>
            <a:br>
              <a:rPr lang="en-US" altLang="ja-JP" sz="2400" smtClean="0"/>
            </a:br>
            <a:r>
              <a:rPr lang="en-US" altLang="ja-JP" sz="2400" smtClean="0"/>
              <a:t>     get_right_fork();     get_left_fork();</a:t>
            </a:r>
            <a:br>
              <a:rPr lang="en-US" altLang="ja-JP" sz="2400" smtClean="0"/>
            </a:br>
            <a:r>
              <a:rPr lang="en-US" altLang="ja-JP" sz="2400" smtClean="0"/>
              <a:t>     eat();</a:t>
            </a:r>
            <a:br>
              <a:rPr lang="en-US" altLang="ja-JP" sz="2400" smtClean="0"/>
            </a:br>
            <a:r>
              <a:rPr lang="en-US" altLang="ja-JP" sz="2400" smtClean="0"/>
              <a:t>     release_left_fork(); release_right_fork();</a:t>
            </a:r>
            <a:br>
              <a:rPr lang="en-US" altLang="ja-JP" sz="2400" smtClean="0"/>
            </a:br>
            <a:r>
              <a:rPr lang="en-US" altLang="ja-JP" sz="2400" smtClean="0"/>
              <a:t>  }</a:t>
            </a:r>
            <a:br>
              <a:rPr lang="en-US" altLang="ja-JP" sz="2400" smtClean="0"/>
            </a:br>
            <a:r>
              <a:rPr lang="en-US" altLang="ja-JP" sz="2400" smtClean="0"/>
              <a:t>}</a:t>
            </a:r>
            <a:endParaRPr lang="ja-JP" altLang="en-US" sz="2400" smtClean="0"/>
          </a:p>
          <a:p>
            <a:pPr>
              <a:buNone/>
            </a:pPr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Deadlock</a:t>
            </a:r>
            <a:endParaRPr lang="en-US" sz="36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Trạng thái trong đó các processes (threads) đợi nhau một cách quay vòng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 đợi B; B đợi C; C đợi A.</a:t>
            </a:r>
          </a:p>
          <a:p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Hay xảy ra khi dùng nhiều lock: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A: lock( lk1 ); lock( lk2 ); do(); unlock(lk2); unlock( lk1 );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B: lock( lk2 ); lock( lk1 ); do(); unlock( lk1); unlock( lk2 );</a:t>
            </a:r>
          </a:p>
          <a:p>
            <a:endParaRPr lang="en-US" sz="240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Cách tránh 1: chỉ dùng 1 lock duy nhất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Ví dụ: lock( all_account_lock ); a -= 1000; b += 1000; unlock();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Toàn bộ hệ thống sẽ bị serialized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Cách tránh 2: đảm bảo đúng thứ tự các lock (lk1 luôn đi trước lk2)</a:t>
            </a:r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Read Write Lock</a:t>
            </a:r>
            <a:endParaRPr lang="en-US" sz="36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Read lock: có thể nhiều thread cùng lock một lúc (vì chỉ read, ko ảnh hưởng dữ liệu)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Write lock: chỉ một thread cùng lock được một lúc và khi acquire được write lock thì không có thread nào đang giữ read lock (tức là chỉ có duy nhất 1 thread có lock, nếu là write lock)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Lock lk;</a:t>
            </a:r>
          </a:p>
          <a:p>
            <a:r>
              <a:rPr lang="en-US" sz="24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</a:t>
            </a:r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k.readLock(); read(); lk.unlock();   // multiple readers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lk.writeLock(); write(); lk.unlock();   // exclusive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Java: ReadWriteLock</a:t>
            </a:r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Vì sao nên dùng Read Write Lock?</a:t>
            </a:r>
            <a:endParaRPr lang="en-US" sz="36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Nhiều thread read cùng một lúc được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Chỉ khi nào write thì thread cần write phải đợi toàn bộ các thread khác unlock (kể cả read lock)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Tăng tốc độ truy cập, tăng độ song song, …</a:t>
            </a:r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Luyện tập</a:t>
            </a:r>
            <a:endParaRPr lang="en-US" sz="36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Visitor counter in Struts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Total number of visitors (T)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Number of visitors by country (e.g., VN, US, JP, …)  (C1, …, Cn)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Requirements: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 = Sum( C</a:t>
            </a:r>
            <a:r>
              <a:rPr lang="en-US" sz="2000" baseline="-25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)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 = Total number of requests</a:t>
            </a:r>
          </a:p>
          <a:p>
            <a:pPr lvl="2"/>
            <a:r>
              <a:rPr lang="en-US" sz="16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Request: http://.../visiter_counter?country=x</a:t>
            </a:r>
          </a:p>
          <a:p>
            <a:r>
              <a:rPr lang="en-US" sz="2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Experiment:</a:t>
            </a:r>
          </a:p>
          <a:p>
            <a:pPr lvl="1"/>
            <a:r>
              <a:rPr lang="en-US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Shell script:</a:t>
            </a:r>
          </a:p>
          <a:p>
            <a:pPr lvl="2"/>
            <a:r>
              <a:rPr lang="en-US" sz="14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for ( ( i = 0; i &lt; 100; i ++ ) ); do wget http://.../visiter?country=x &gt; /dev/null; done</a:t>
            </a:r>
            <a:endParaRPr lang="en-US" sz="140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724</Words>
  <Application>Microsoft Office PowerPoint</Application>
  <PresentationFormat>On-screen Show (4:3)</PresentationFormat>
  <Paragraphs>81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Practical OS (Bài 4) Deadlock, Advanced Locks</vt:lpstr>
      <vt:lpstr>Nhắc lại về synchronization</vt:lpstr>
      <vt:lpstr>Ví dụ nổi tiếng về thiếu atomic</vt:lpstr>
      <vt:lpstr>Deadlock</vt:lpstr>
      <vt:lpstr>Ví dụ nổi tiếng về Deadlock</vt:lpstr>
      <vt:lpstr>Dining philosophers</vt:lpstr>
      <vt:lpstr>Deadlock</vt:lpstr>
      <vt:lpstr>Read Write Lock</vt:lpstr>
      <vt:lpstr>Vì sao nên dùng Read Write Lock?</vt:lpstr>
      <vt:lpstr>Luyện tập</vt:lpstr>
    </vt:vector>
  </TitlesOfParts>
  <Company>nuko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OS (Bài 4) Deadlock, Advanced Locks</dc:title>
  <dc:creator>Duc</dc:creator>
  <cp:lastModifiedBy>Duc</cp:lastModifiedBy>
  <cp:revision>12</cp:revision>
  <dcterms:created xsi:type="dcterms:W3CDTF">2010-04-06T21:04:11Z</dcterms:created>
  <dcterms:modified xsi:type="dcterms:W3CDTF">2010-04-07T01:13:18Z</dcterms:modified>
</cp:coreProperties>
</file>